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1097280" cy="237744"/>
          </a:xfrm>
          <a:prstGeom prst="rect">
            <a:avLst/>
          </a:prstGeom>
          <a:solidFill>
            <a:srgbClr val="2A2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6C63FF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9728"/>
            <a:ext cx="7315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Segoe UI"/>
              </a:rPr>
              <a:t>Future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51206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AD4"/>
                </a:solidFill>
                <a:latin typeface="Segoe UI"/>
              </a:rPr>
              <a:t>Three phases to build KLA into the full creator OS for Bharat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371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6C63FF"/>
                </a:solidFill>
                <a:latin typeface="Segoe UI"/>
              </a:rPr>
              <a:t>KLA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" y="896112"/>
            <a:ext cx="11548872" cy="0"/>
          </a:xfrm>
          <a:prstGeom prst="line">
            <a:avLst/>
          </a:prstGeom>
          <a:ln w="10160">
            <a:solidFill>
              <a:srgbClr val="1E29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" y="1005840"/>
            <a:ext cx="3547872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05840"/>
            <a:ext cx="59436" cy="4937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" y="1152144"/>
            <a:ext cx="932688" cy="219456"/>
          </a:xfrm>
          <a:prstGeom prst="rect">
            <a:avLst/>
          </a:prstGeom>
          <a:solidFill>
            <a:srgbClr val="14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152144"/>
            <a:ext cx="932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6C63FF"/>
                </a:solidFill>
                <a:latin typeface="Segoe U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1704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⏱  0 – 3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1444752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🚀  Publish &amp; Personalise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776" y="1883664"/>
            <a:ext cx="3282696" cy="0"/>
          </a:xfrm>
          <a:prstGeom prst="line">
            <a:avLst/>
          </a:prstGeom>
          <a:ln w="7620">
            <a:solidFill>
              <a:srgbClr val="1E29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3776" y="1993392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1993392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1993392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Direct Publishing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2231136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Post to YouTube, Instagram &amp; LinkedIn via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2642616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26426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2642616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Scheduled Posts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2880360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Calendar view, auto-post at peak engagement times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291840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3291840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3291840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Brand Voice 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3529584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AI trained on past content to always match tone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" y="3941064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3941064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" y="3941064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Thumbnail Generator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" y="4178808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AI-created thumbnails from video frames + AI 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" y="4590288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4590288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" y="4590288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Script-to-Reel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" y="4828032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Auto-cut short clips from long videos + AI captions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91939" y="1005840"/>
            <a:ext cx="3547872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91939" y="1005840"/>
            <a:ext cx="59436" cy="4937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5676" y="1152144"/>
            <a:ext cx="932688" cy="219456"/>
          </a:xfrm>
          <a:prstGeom prst="rect">
            <a:avLst/>
          </a:prstGeom>
          <a:solidFill>
            <a:srgbClr val="14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5676" y="1152144"/>
            <a:ext cx="932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6B6D4"/>
                </a:solidFill>
                <a:latin typeface="Segoe UI"/>
              </a:rPr>
              <a:t>PHASE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2372" y="11704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⏱  3 – 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5676" y="1444752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📊  Intelligence &amp; Monetise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265676" y="1883664"/>
            <a:ext cx="3282696" cy="0"/>
          </a:xfrm>
          <a:prstGeom prst="line">
            <a:avLst/>
          </a:prstGeom>
          <a:ln w="7620">
            <a:solidFill>
              <a:srgbClr val="1E29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265676" y="1993392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5676" y="1993392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4004" y="1993392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Creator DNA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4004" y="2231136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Auto-detect creator personality from 100+ posts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65676" y="2642616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5676" y="26426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4004" y="2642616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Viral Score Predictor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4004" y="2880360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Score content 0–100 before you hit publish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65676" y="3291840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5676" y="3291840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4004" y="3291840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Trend Radar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4004" y="3529584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Real-time topics per domain, auto-fed to ideation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65676" y="3941064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5676" y="3941064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4004" y="3941064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ROI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4004" y="4178808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Show exact ₹ and hours saved per month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65676" y="4590288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5676" y="4590288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4004" y="4590288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Creator Marketplace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04004" y="4828032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Buy/sell viral hooks, thumbnails &amp; scripts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1005840"/>
            <a:ext cx="3547872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63840" y="1005840"/>
            <a:ext cx="59436" cy="4937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37575" y="1152144"/>
            <a:ext cx="932688" cy="219456"/>
          </a:xfrm>
          <a:prstGeom prst="rect">
            <a:avLst/>
          </a:prstGeom>
          <a:solidFill>
            <a:srgbClr val="14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37575" y="1152144"/>
            <a:ext cx="932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97316"/>
                </a:solidFill>
                <a:latin typeface="Segoe UI"/>
              </a:rPr>
              <a:t>PHASE 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34272" y="11704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⏱  6 – 12 Months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37575" y="1444752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🌐  Full Creator OS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037575" y="1883664"/>
            <a:ext cx="3282697" cy="0"/>
          </a:xfrm>
          <a:prstGeom prst="line">
            <a:avLst/>
          </a:prstGeom>
          <a:ln w="7620">
            <a:solidFill>
              <a:srgbClr val="1E29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037575" y="1993392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37575" y="1993392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75904" y="1993392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AI Video Editor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75904" y="2231136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Auto B-roll, transitions, subtitles — no skills needed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37575" y="2642616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37575" y="26426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🗣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75904" y="2642616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Voice Cloning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75904" y="2880360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Dub in 9 Indian languages in creator's own voice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37575" y="3291840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37575" y="3291840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75904" y="3291840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Audience Intelligence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75904" y="3529584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Deep analytics: who watches, when &amp; why they leave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37575" y="3941064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37575" y="3941064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75904" y="3941064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Brand Deal Matcher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75904" y="4178808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AI suggests partnerships based on content niche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37575" y="4590288"/>
            <a:ext cx="283464" cy="256032"/>
          </a:xfrm>
          <a:prstGeom prst="rect">
            <a:avLst/>
          </a:prstGeom>
          <a:solidFill>
            <a:srgbClr val="13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37575" y="4590288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75904" y="4590288"/>
            <a:ext cx="2907791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White-label SaaS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75904" y="4828032"/>
            <a:ext cx="2907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AD4"/>
                </a:solidFill>
                <a:latin typeface="Segoe UI"/>
              </a:rPr>
              <a:t>Agencies &amp; media houses run KLA under own brand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6153912"/>
            <a:ext cx="11548872" cy="402336"/>
          </a:xfrm>
          <a:prstGeom prst="rect">
            <a:avLst/>
          </a:prstGeom>
          <a:solidFill>
            <a:srgbClr val="1E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79" y="6272784"/>
            <a:ext cx="146304" cy="1463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0936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AD4"/>
                </a:solidFill>
                <a:latin typeface="Segoe UI"/>
              </a:rPr>
              <a:t>Phase 1  ·  Now → 3 Months   Publish &amp; Personalise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9392" y="6272784"/>
            <a:ext cx="146304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98848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AD4"/>
                </a:solidFill>
                <a:latin typeface="Segoe UI"/>
              </a:rPr>
              <a:t>Phase 2  ·  3 → 6 Months   Intelligence &amp; Monetise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47304" y="6272784"/>
            <a:ext cx="146304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6676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AD4"/>
                </a:solidFill>
                <a:latin typeface="Segoe UI"/>
              </a:rPr>
              <a:t>Phase 3  ·  6 → 12 Months   Full Creator 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